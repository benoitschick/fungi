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2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077A7E-8878-4081-908C-395CEB45E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4C52197-5D65-4572-8880-8AACF967F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9BFE3FE-3A7A-427E-B63E-71B467023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7AFC-8695-4A94-A07D-FCC3838EAC0A}" type="datetimeFigureOut">
              <a:rPr lang="en-GB" smtClean="0"/>
              <a:t>23/11/2021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A7B9F4-1F2E-48FB-8166-D46325DE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5A755D-BB70-4A74-9750-3EA9452F0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3F21-2D69-43FB-9B95-061A356EA8F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844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4D93DF-AA2A-4AA4-A9BD-D4421F668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0D60E9-52F0-40D5-96DA-A5F93938B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ED3B791-B292-4673-8E74-C98F014EC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7AFC-8695-4A94-A07D-FCC3838EAC0A}" type="datetimeFigureOut">
              <a:rPr lang="en-GB" smtClean="0"/>
              <a:t>23/11/2021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DAA601E-9FAC-46CF-8A68-3DD8C3F10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E3EA943-0FBD-4401-A6ED-A952E7DA9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3F21-2D69-43FB-9B95-061A356EA8F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1981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919C3B-B78F-4B91-8CC2-A0334AE3C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D3A0570-47B6-4FE1-B2CD-911FA5B48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389F15A-D044-4F40-B3A2-5D4187CA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7AFC-8695-4A94-A07D-FCC3838EAC0A}" type="datetimeFigureOut">
              <a:rPr lang="en-GB" smtClean="0"/>
              <a:t>23/11/2021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928D013-8270-417E-B638-7D64D8200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1065C33-C994-4614-B8B1-E99113CB5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3F21-2D69-43FB-9B95-061A356EA8F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955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AB1ADA-726C-4FF7-83E0-4F0D052DB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F6C11FD-D878-4EEF-9B24-29805AAECD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6D438B1-E2B6-4FCA-8831-8B4C704D5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BCE79A-C6FC-40CF-B83A-ECC6864A9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7AFC-8695-4A94-A07D-FCC3838EAC0A}" type="datetimeFigureOut">
              <a:rPr lang="en-GB" smtClean="0"/>
              <a:t>23/11/2021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68283E6-DEE8-48FA-9432-936139660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1ADE1B1-E8EF-438E-B0D7-D148FBEC1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3F21-2D69-43FB-9B95-061A356EA8F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950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C39B2F-9F77-4B5F-895C-D0D19CDCB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936CC92-8FE3-413F-999B-61E69BBBC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BC5F79F-10FE-4149-8F77-B5367A8FC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2E5D6C5-4C08-43BA-8531-D56AFD223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7F62AFF-E305-483A-9316-463B27A26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3C1A61A-163D-4DCB-A1BE-C74335196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7AFC-8695-4A94-A07D-FCC3838EAC0A}" type="datetimeFigureOut">
              <a:rPr lang="en-GB" smtClean="0"/>
              <a:t>23/11/2021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DEBED22-A688-430C-ABAF-BC549ABDB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218130C-D9E4-478A-B02F-1D83BFEF6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3F21-2D69-43FB-9B95-061A356EA8F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165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1FAD32-8861-4A42-B640-26B903B24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AFAA37B-6D7E-4F7B-9941-4D80B14C7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7AFC-8695-4A94-A07D-FCC3838EAC0A}" type="datetimeFigureOut">
              <a:rPr lang="en-GB" smtClean="0"/>
              <a:t>23/11/2021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1F0A05F-40BD-42FE-94B7-3D384485D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EE00655-A08B-406A-A940-71415BE53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3F21-2D69-43FB-9B95-061A356EA8F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8925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276C75B-F4EB-4824-8133-3DDBE5CF0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7AFC-8695-4A94-A07D-FCC3838EAC0A}" type="datetimeFigureOut">
              <a:rPr lang="en-GB" smtClean="0"/>
              <a:t>23/11/2021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6EF620D-D0C9-450E-B87F-DA57D5282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156D2EB-BD5F-4C05-86F3-723EC85A8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3F21-2D69-43FB-9B95-061A356EA8F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969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6E3316-D453-460D-84B7-1A40CE981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57DDAE-F970-4872-BFA6-EBDE582A5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09EB818-F677-44FC-9F95-BA35ADB15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3BA5514-D5EC-4DD8-8C4F-2DFF63E15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7AFC-8695-4A94-A07D-FCC3838EAC0A}" type="datetimeFigureOut">
              <a:rPr lang="en-GB" smtClean="0"/>
              <a:t>23/11/2021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AEC0803-37CA-4C85-A24B-409E95127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E33D536-A257-4A23-BCE7-E5DD42465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3F21-2D69-43FB-9B95-061A356EA8F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421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DC9E1D-0A26-4405-A5FE-170310BDB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0BF4932-0E5D-465C-8BC0-F6A123F8C6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50527C8-21C7-4994-9FE0-20B9224A1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6566EA1-4EF2-41D9-B3F5-935E9EB02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7AFC-8695-4A94-A07D-FCC3838EAC0A}" type="datetimeFigureOut">
              <a:rPr lang="en-GB" smtClean="0"/>
              <a:t>23/11/2021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80D8D1C-3066-409A-8D76-DF8856810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A4FF288-7B0B-4CFB-8FD3-6D92371D8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3F21-2D69-43FB-9B95-061A356EA8F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273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32F34C-468E-4D29-AEC4-FB9E01012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13A66EC-6E3A-4C1E-8928-E2AA89A62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32D8A6B-79A9-44D6-A87D-6AB10A5B6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7AFC-8695-4A94-A07D-FCC3838EAC0A}" type="datetimeFigureOut">
              <a:rPr lang="en-GB" smtClean="0"/>
              <a:t>23/11/2021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3E76070-116B-4CC0-A2F2-B5B06460C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68CB307-F7D4-4861-991C-2C2A394D1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3F21-2D69-43FB-9B95-061A356EA8F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39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04668F7-2370-4316-92E9-13D087BB97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26F6FB3-66B7-4278-BCB3-0FB9FD8B0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F00230-76CF-4632-928D-B662C90B2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7AFC-8695-4A94-A07D-FCC3838EAC0A}" type="datetimeFigureOut">
              <a:rPr lang="en-GB" smtClean="0"/>
              <a:t>23/11/2021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1DB84BD-FF01-4389-9E0D-5516B3DF6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D8807EA-EF10-4602-AFEA-45C532027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3F21-2D69-43FB-9B95-061A356EA8F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211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AA4CB3E-56E3-4179-AC37-758BE04B5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D25C3AA-4F6A-4C21-9D54-2E8707AD7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3189FDD-1D5B-499D-BFB4-F0C98EB0D8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67AFC-8695-4A94-A07D-FCC3838EAC0A}" type="datetimeFigureOut">
              <a:rPr lang="en-GB" smtClean="0"/>
              <a:t>23/11/2021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543DD2E-109C-45E8-8844-5772A765E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C71EA63-D6FD-491E-A7F5-DCC53A4572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33F21-2D69-43FB-9B95-061A356EA8F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5473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44C09E49-EA03-43BE-9D1B-6E74781E4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91883" cy="6858000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6895D7BF-87EB-45EC-B3C7-711D1AA8A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7654" y="0"/>
            <a:ext cx="3414346" cy="6858000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0403893-28E5-4203-AFF8-C088316AA89E}"/>
              </a:ext>
            </a:extLst>
          </p:cNvPr>
          <p:cNvSpPr txBox="1"/>
          <p:nvPr/>
        </p:nvSpPr>
        <p:spPr>
          <a:xfrm>
            <a:off x="3927987" y="725440"/>
            <a:ext cx="84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556EA6C-9DA4-42B0-92F3-EB8299B78EFA}"/>
              </a:ext>
            </a:extLst>
          </p:cNvPr>
          <p:cNvSpPr txBox="1"/>
          <p:nvPr/>
        </p:nvSpPr>
        <p:spPr>
          <a:xfrm>
            <a:off x="3927987" y="3244334"/>
            <a:ext cx="84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50A0FDE-D040-4A95-915C-83ED89182F96}"/>
              </a:ext>
            </a:extLst>
          </p:cNvPr>
          <p:cNvSpPr txBox="1"/>
          <p:nvPr/>
        </p:nvSpPr>
        <p:spPr>
          <a:xfrm>
            <a:off x="3927987" y="5763228"/>
            <a:ext cx="84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2C7C759-A7CF-44FF-A160-EFCF36F7AB5C}"/>
              </a:ext>
            </a:extLst>
          </p:cNvPr>
          <p:cNvSpPr txBox="1"/>
          <p:nvPr/>
        </p:nvSpPr>
        <p:spPr>
          <a:xfrm>
            <a:off x="7854545" y="725440"/>
            <a:ext cx="84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A29CA27-EBC7-4CA6-87F4-F3E4C8544B7E}"/>
              </a:ext>
            </a:extLst>
          </p:cNvPr>
          <p:cNvSpPr txBox="1"/>
          <p:nvPr/>
        </p:nvSpPr>
        <p:spPr>
          <a:xfrm>
            <a:off x="7854545" y="3244334"/>
            <a:ext cx="84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F7807FF-7A61-472F-BA67-ACD6E9A27C2B}"/>
              </a:ext>
            </a:extLst>
          </p:cNvPr>
          <p:cNvSpPr txBox="1"/>
          <p:nvPr/>
        </p:nvSpPr>
        <p:spPr>
          <a:xfrm>
            <a:off x="7854545" y="5763228"/>
            <a:ext cx="84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845889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7336BB46A3E0E428EC9947E0E9821F8" ma:contentTypeVersion="12" ma:contentTypeDescription="Crée un document." ma:contentTypeScope="" ma:versionID="7be4f2324461433c6e481c127ed39b49">
  <xsd:schema xmlns:xsd="http://www.w3.org/2001/XMLSchema" xmlns:xs="http://www.w3.org/2001/XMLSchema" xmlns:p="http://schemas.microsoft.com/office/2006/metadata/properties" xmlns:ns3="5b94ef5f-ae7d-4032-adb9-2c183660a8f2" xmlns:ns4="32d73107-c7bd-4316-8059-88254bb1b81e" targetNamespace="http://schemas.microsoft.com/office/2006/metadata/properties" ma:root="true" ma:fieldsID="f274f87ea5f4e39a937ec708018208dd" ns3:_="" ns4:_="">
    <xsd:import namespace="5b94ef5f-ae7d-4032-adb9-2c183660a8f2"/>
    <xsd:import namespace="32d73107-c7bd-4316-8059-88254bb1b81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94ef5f-ae7d-4032-adb9-2c183660a8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d73107-c7bd-4316-8059-88254bb1b81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Partage du hachage d’indicateur" ma:description="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A55AB1F-36AF-4F48-AC47-2644A9A8FB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94ef5f-ae7d-4032-adb9-2c183660a8f2"/>
    <ds:schemaRef ds:uri="32d73107-c7bd-4316-8059-88254bb1b8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EBC393-BCBA-4607-A589-444296CB4C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49FC12-00CA-410F-96A7-D14068E7C5B2}">
  <ds:schemaRefs>
    <ds:schemaRef ds:uri="http://schemas.microsoft.com/office/2006/documentManagement/types"/>
    <ds:schemaRef ds:uri="http://schemas.microsoft.com/office/2006/metadata/properties"/>
    <ds:schemaRef ds:uri="5b94ef5f-ae7d-4032-adb9-2c183660a8f2"/>
    <ds:schemaRef ds:uri="http://purl.org/dc/elements/1.1/"/>
    <ds:schemaRef ds:uri="http://schemas.openxmlformats.org/package/2006/metadata/core-properties"/>
    <ds:schemaRef ds:uri="http://www.w3.org/XML/1998/namespace"/>
    <ds:schemaRef ds:uri="32d73107-c7bd-4316-8059-88254bb1b81e"/>
    <ds:schemaRef ds:uri="http://schemas.microsoft.com/office/infopath/2007/PartnerControl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di Office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Enrile Andrea</dc:creator>
  <cp:lastModifiedBy>Enrile Andrea</cp:lastModifiedBy>
  <cp:revision>1</cp:revision>
  <dcterms:created xsi:type="dcterms:W3CDTF">2021-11-23T13:13:58Z</dcterms:created>
  <dcterms:modified xsi:type="dcterms:W3CDTF">2021-11-23T13:21:14Z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0x01010087336BB46A3E0E428EC9947E0E9821F8</vt:lpwstr>
  </property>
</Properties>
</file>